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We Losing Orders?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 Fulfillment Analysis of 1,200 Transactions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DecodeLabs Data Analytics Internship — Project 4  |  Prepared by Yasu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Volume Has Been Steady — On the Surface, Business Looks Healthy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 Analyzed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20116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331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20440" y="3246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in Catalog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331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55080" y="3246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Methods Offered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20116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2331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89720" y="3246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After Cleaning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passed every structural check: no duplicate IDs, no formatting errors, no calculation mismatches. Revenue is evenly distributed across the catalog — no single product carries disproportionate risk.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41.4% of Orders Never Complete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and Returned orders combined outnumber Delivered orders outright.</a:t>
            </a:r>
            <a:endParaRPr lang="en-US" sz="1500" dirty="0"/>
          </a:p>
        </p:txBody>
      </p:sp>
      <p:pic>
        <p:nvPicPr>
          <p:cNvPr id="4" name="Image 0" descr="outputs/02_order_status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91640"/>
            <a:ext cx="9784080" cy="3696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Recommendation: Investigate the Cancel/Return Funnel Before Scaling Spend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Root-cause the 41.4%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3042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a sample of Cancelled and Returned orders and map them by stage — checkout, payment, fulfillment, or post-delivery — before assuming a single cause.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Protect the high-value losses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387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orders priced above the dataset average represent the most expensive failures. Query 6 in Project 3 isolates these — that's the starting list.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Report typical order value using the median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7731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value is right-skewed (mean ₹1,054 vs. median ₹824). Leading with the median avoids overstating what a normal customer actually spends.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 |  Source: DecodeLabs Project 1–3 cleaned dataset, n=1,200 orders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2026-07-21T10:08:04Z</dcterms:created>
  <dcterms:modified xsi:type="dcterms:W3CDTF">2026-07-21T10:08:04Z</dcterms:modified>
</cp:coreProperties>
</file>